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Nexus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AI Operating System for Precision Medicine</a:t>
            </a:r>
          </a:p>
          <a:p>
            <a:r>
              <a:t>Presented by: Deepak Kumar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The Problem: Institutional Inefficiency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Medical documentation is a $30B manual burden</a:t>
            </a:r>
          </a:p>
          <a:p>
            <a:r>
              <a:t>- Clinical data is fragmented across PDFs and disparate case files</a:t>
            </a:r>
          </a:p>
          <a:p>
            <a:r>
              <a:t>- Diagnostic delays due to information overload and high provider burnout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Nexus: The Agentic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Multi-Modal AI Operating System for healthcare</a:t>
            </a:r>
          </a:p>
          <a:p>
            <a:r>
              <a:t>- Real-time Disease Prediction via robust ML Engines</a:t>
            </a:r>
          </a:p>
          <a:p>
            <a:r>
              <a:t>- Context-Aware Intelligence Nodes: Scribe, Consult, and Prescribe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Key Innovation: Neural OCR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OpenCV Pre-processing for noise reduction in lab reports</a:t>
            </a:r>
          </a:p>
          <a:p>
            <a:r>
              <a:t>- Tesseract-powered extraction of sub-second biometric values</a:t>
            </a:r>
          </a:p>
          <a:p>
            <a:r>
              <a:t>- Direct sync to Diagnostic Models for immediate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Phase 9: Chief Clinical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Expert Role-Prompting using Claude 3.5 Sonnet/Haiku</a:t>
            </a:r>
          </a:p>
          <a:p>
            <a:r>
              <a:t>- Recursive medical knowledge graph (PubMed, Lancet, JAMA)</a:t>
            </a:r>
          </a:p>
          <a:p>
            <a:r>
              <a:t>- Interactive 'Doctor-Patient' Consultation interface for real-time dialogue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Precision AI Scribe &amp; Prescription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SOAP note generation (Subjective, Objective, Assessment, Plan)</a:t>
            </a:r>
          </a:p>
          <a:p>
            <a:r>
              <a:t>- Data-driven medication suggestions based on diagnostic results</a:t>
            </a:r>
          </a:p>
          <a:p>
            <a:r>
              <a:t>- Professional PDF report generation for physician-in-the-loop oversight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Enterprise Architecture (Nexus Grid)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Backend: FastAPI (Python 3.12) / SQLAlchemy</a:t>
            </a:r>
          </a:p>
          <a:p>
            <a:r>
              <a:t>- Frontend: React 19 / Vite 6 / Tailwind CSS v4 / Framer Motion</a:t>
            </a:r>
          </a:p>
          <a:p>
            <a:r>
              <a:t>- Scalability: Modular Nodes &amp; Neural Security for PHI HIPAA-alignment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Clinical Nexus: Precision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Enhancing clinical outcomes via Agentic AI</a:t>
            </a:r>
          </a:p>
          <a:p>
            <a:r>
              <a:t>- Status: PROTOTYPE SYNCED &amp; LIVE</a:t>
            </a:r>
          </a:p>
          <a:p>
            <a:r>
              <a:t>- Presented by: Deepak Kumar Yadav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